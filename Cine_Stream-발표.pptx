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1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6" r:id="rId7"/>
    <p:sldId id="263" r:id="rId8"/>
    <p:sldId id="262" r:id="rId9"/>
    <p:sldId id="267" r:id="rId10"/>
    <p:sldId id="268" r:id="rId11"/>
    <p:sldId id="260" r:id="rId12"/>
    <p:sldId id="264" r:id="rId13"/>
  </p:sldIdLst>
  <p:sldSz cx="10693400" cy="7569200"/>
  <p:notesSz cx="6858000" cy="9144000"/>
  <p:embeddedFontLst>
    <p:embeddedFont>
      <p:font typeface="맑은 고딕" panose="020B0503020000020004" pitchFamily="34" charset="-127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58" userDrawn="1">
          <p15:clr>
            <a:srgbClr val="A4A3A4"/>
          </p15:clr>
        </p15:guide>
        <p15:guide id="1" pos="2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napToObjects="1">
      <p:cViewPr varScale="1">
        <p:scale>
          <a:sx n="62" d="100"/>
          <a:sy n="62" d="100"/>
        </p:scale>
        <p:origin x="462" y="72"/>
      </p:cViewPr>
      <p:guideLst>
        <p:guide orient="horz" pos="2158"/>
        <p:guide pos="2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96B23F-8D9C-4C67-A1F4-C9C3363571B0}" type="datetimeFigureOut">
              <a:rPr lang="ko-KR" altLang="en-US" smtClean="0"/>
              <a:t>2024-11-06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143000"/>
            <a:ext cx="43592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55F61-76FE-4E87-9966-30DF23F504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9064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55F61-76FE-4E87-9966-30DF23F504C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807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55F61-76FE-4E87-9966-30DF23F504C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139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2311400"/>
            <a:ext cx="2832100" cy="2832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700" y="2311400"/>
            <a:ext cx="2832100" cy="2832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4010" y="5476714"/>
            <a:ext cx="1955800" cy="1524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886700" y="6413500"/>
            <a:ext cx="28321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ko-KR" sz="16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팀원</a:t>
            </a:r>
            <a:r>
              <a:rPr lang="en-US" sz="16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: </a:t>
            </a:r>
            <a:r>
              <a:rPr lang="ko-KR" sz="16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김재성</a:t>
            </a:r>
            <a:r>
              <a:rPr lang="en-US" sz="16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sz="16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박세진</a:t>
            </a:r>
            <a:r>
              <a:rPr lang="en-US" sz="16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sz="16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박민규</a:t>
            </a:r>
          </a:p>
          <a:p>
            <a:pPr lvl="0" algn="l">
              <a:lnSpc>
                <a:spcPct val="132800"/>
              </a:lnSpc>
            </a:pPr>
            <a:r>
              <a:rPr lang="ko-KR" sz="16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발표자</a:t>
            </a:r>
            <a:r>
              <a:rPr lang="en-US" sz="16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: </a:t>
            </a:r>
            <a:r>
              <a:rPr lang="ko-KR" altLang="en-US" sz="1600" b="1" dirty="0">
                <a:solidFill>
                  <a:srgbClr val="000000"/>
                </a:solidFill>
                <a:latin typeface="+mj-ea"/>
                <a:ea typeface="+mj-ea"/>
              </a:rPr>
              <a:t>김재성</a:t>
            </a:r>
            <a:endParaRPr lang="ko-KR" sz="1600" b="1" i="0" u="none" strike="noStrike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928100" y="5019514"/>
            <a:ext cx="134281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2400" b="1" i="0" u="none" strike="noStrike" dirty="0">
                <a:solidFill>
                  <a:srgbClr val="000000"/>
                </a:solidFill>
                <a:latin typeface="+mn-ea"/>
              </a:rPr>
              <a:t>최종 발표</a:t>
            </a:r>
            <a:endParaRPr lang="en-US" altLang="ko-KR" sz="2400" b="1" i="0" u="none" strike="noStrike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975100" y="3238500"/>
            <a:ext cx="4254500" cy="101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0558"/>
              </a:lnSpc>
            </a:pPr>
            <a:r>
              <a:rPr lang="en-US" sz="44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CINE-STREAM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9E15B6A3-BC68-97E3-3C30-F3202B368187}"/>
              </a:ext>
            </a:extLst>
          </p:cNvPr>
          <p:cNvSpPr txBox="1"/>
          <p:nvPr/>
        </p:nvSpPr>
        <p:spPr>
          <a:xfrm>
            <a:off x="9232899" y="5765800"/>
            <a:ext cx="1130085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altLang="ko-KR" sz="2400" b="1" dirty="0">
                <a:solidFill>
                  <a:srgbClr val="000000"/>
                </a:solidFill>
                <a:latin typeface="+mn-ea"/>
              </a:rPr>
              <a:t>KPP</a:t>
            </a:r>
            <a:r>
              <a:rPr lang="ko-KR" altLang="en-US" sz="2400" b="1" dirty="0">
                <a:solidFill>
                  <a:srgbClr val="000000"/>
                </a:solidFill>
                <a:latin typeface="+mn-ea"/>
              </a:rPr>
              <a:t>조</a:t>
            </a:r>
            <a:endParaRPr lang="en-US" altLang="ko-KR" sz="2400" b="1" i="0" u="none" strike="noStrike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44700" y="2603500"/>
            <a:ext cx="3251200" cy="219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8853"/>
              </a:lnSpc>
            </a:pPr>
            <a:r>
              <a:rPr lang="en-US" sz="35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a</a:t>
            </a:r>
          </a:p>
          <a:p>
            <a:pPr lvl="0" algn="l">
              <a:lnSpc>
                <a:spcPct val="98853"/>
              </a:lnSpc>
            </a:pPr>
            <a:r>
              <a:rPr lang="en-US" sz="35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presentation</a:t>
            </a:r>
          </a:p>
          <a:p>
            <a:pPr lvl="0" algn="l">
              <a:lnSpc>
                <a:spcPct val="98853"/>
              </a:lnSpc>
            </a:pPr>
            <a:r>
              <a:rPr lang="en-US" sz="35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About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700" y="4521200"/>
            <a:ext cx="2946400" cy="152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676900" y="2768600"/>
            <a:ext cx="469900" cy="1917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660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1</a:t>
            </a:r>
          </a:p>
          <a:p>
            <a:pPr lvl="0" algn="ctr">
              <a:lnSpc>
                <a:spcPct val="1660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2</a:t>
            </a:r>
          </a:p>
          <a:p>
            <a:pPr lvl="0" algn="ctr">
              <a:lnSpc>
                <a:spcPct val="166000"/>
              </a:lnSpc>
            </a:pPr>
            <a:endParaRPr lang="en-US" sz="2000" b="0" i="0" u="none" strike="noStrike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642100" y="2518905"/>
            <a:ext cx="3505200" cy="185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66000"/>
              </a:lnSpc>
            </a:pPr>
            <a:r>
              <a:rPr lang="ko-KR" sz="20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작품</a:t>
            </a:r>
            <a:r>
              <a:rPr lang="en-US" altLang="ko-KR" sz="20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20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소개</a:t>
            </a:r>
          </a:p>
          <a:p>
            <a:pPr lvl="0" algn="l">
              <a:lnSpc>
                <a:spcPct val="166000"/>
              </a:lnSpc>
            </a:pPr>
            <a:r>
              <a:rPr lang="ko-KR" sz="20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구현</a:t>
            </a:r>
            <a:r>
              <a:rPr lang="en-US" sz="20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20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기능</a:t>
            </a:r>
            <a:r>
              <a:rPr lang="en-US" altLang="ko-KR" sz="20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altLang="en-US" sz="20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및 홈페이지 소개</a:t>
            </a:r>
            <a:endParaRPr lang="en-US" altLang="ko-KR" sz="2000" b="1" i="0" u="none" strike="noStrike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8800" y="2501900"/>
            <a:ext cx="2311400" cy="23114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500" y="1054100"/>
            <a:ext cx="89027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0500" y="1003300"/>
            <a:ext cx="177800" cy="17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9700" y="711200"/>
            <a:ext cx="2882900" cy="6184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1524000"/>
            <a:ext cx="4572000" cy="457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1930400"/>
            <a:ext cx="3556000" cy="3657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422900" y="1041400"/>
            <a:ext cx="39243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8853"/>
              </a:lnSpc>
            </a:pPr>
            <a:r>
              <a:rPr lang="en-US" sz="41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CINE-STREAM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6700" y="1854200"/>
            <a:ext cx="45085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5359400"/>
            <a:ext cx="1079500" cy="635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6223000"/>
            <a:ext cx="1079500" cy="673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5359400"/>
            <a:ext cx="1117600" cy="635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7500" y="2120900"/>
            <a:ext cx="1168400" cy="1752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58100" y="6223000"/>
            <a:ext cx="1993900" cy="622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34200" y="2108200"/>
            <a:ext cx="1143000" cy="1765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42300" y="2120900"/>
            <a:ext cx="1282700" cy="17526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7620000" y="5422900"/>
            <a:ext cx="14859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300" b="0" i="0" u="none" strike="noStrike" dirty="0" err="1">
                <a:solidFill>
                  <a:srgbClr val="000000"/>
                </a:solidFill>
                <a:latin typeface="+mj-ea"/>
                <a:ea typeface="+mj-ea"/>
              </a:rPr>
              <a:t>Flixpatrol</a:t>
            </a:r>
            <a:endParaRPr lang="en-US" sz="2300" b="0" i="0" u="none" strike="noStrike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172200" y="6426200"/>
            <a:ext cx="12446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KOBIS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295900" y="4102100"/>
            <a:ext cx="49022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7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OTT + </a:t>
            </a:r>
            <a:r>
              <a:rPr lang="ko-KR" sz="37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극장</a:t>
            </a:r>
            <a:r>
              <a:rPr lang="en-US" sz="37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37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박스오피스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155700"/>
            <a:ext cx="10248900" cy="152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155700"/>
            <a:ext cx="10248900" cy="152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58" y="3505200"/>
            <a:ext cx="1828800" cy="1511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6944" y="2768784"/>
            <a:ext cx="1943100" cy="1244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6944" y="5105584"/>
            <a:ext cx="2171700" cy="10795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145044" y="2044884"/>
            <a:ext cx="4318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200" b="1" i="0" u="none" strike="noStrike" dirty="0">
                <a:solidFill>
                  <a:srgbClr val="000000"/>
                </a:solidFill>
                <a:latin typeface="+mn-ea"/>
              </a:rPr>
              <a:t>DB</a:t>
            </a:r>
          </a:p>
        </p:txBody>
      </p:sp>
      <p:sp>
        <p:nvSpPr>
          <p:cNvPr id="10" name="TextBox 10"/>
          <p:cNvSpPr txBox="1">
            <a:spLocks/>
          </p:cNvSpPr>
          <p:nvPr/>
        </p:nvSpPr>
        <p:spPr>
          <a:xfrm>
            <a:off x="516825" y="2768784"/>
            <a:ext cx="1971675" cy="394335"/>
          </a:xfrm>
          <a:prstGeom prst="rect">
            <a:avLst/>
          </a:prstGeom>
        </p:spPr>
        <p:txBody>
          <a:bodyPr vert="horz" wrap="square" lIns="0" tIns="0" rIns="0" bIns="0" numCol="1" rtlCol="1" anchor="t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ko-KR" sz="2200" b="1" i="0" strike="noStrike" dirty="0" err="1">
                <a:solidFill>
                  <a:srgbClr val="000000"/>
                </a:solidFill>
                <a:latin typeface="+mn-ea"/>
              </a:rPr>
              <a:t>프론트엔드</a:t>
            </a:r>
            <a:endParaRPr lang="ko-KR" altLang="en-US" sz="2200" b="1" i="0" strike="noStrike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1" name="TextBox 11"/>
          <p:cNvSpPr txBox="1">
            <a:spLocks/>
          </p:cNvSpPr>
          <p:nvPr/>
        </p:nvSpPr>
        <p:spPr>
          <a:xfrm>
            <a:off x="2962818" y="2768784"/>
            <a:ext cx="2291080" cy="394335"/>
          </a:xfrm>
          <a:prstGeom prst="rect">
            <a:avLst/>
          </a:prstGeom>
        </p:spPr>
        <p:txBody>
          <a:bodyPr vert="horz" wrap="square" lIns="0" tIns="0" rIns="0" bIns="0" numCol="1" rtlCol="1" anchor="t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ko-KR" altLang="en-US" sz="2200" b="1" dirty="0" err="1">
                <a:solidFill>
                  <a:srgbClr val="000000"/>
                </a:solidFill>
                <a:latin typeface="+mn-ea"/>
              </a:rPr>
              <a:t>백엔드</a:t>
            </a:r>
            <a:endParaRPr lang="ko-KR" altLang="en-US" sz="2200" b="1" i="0" strike="noStrike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081544" y="4495984"/>
            <a:ext cx="7874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2200" b="1" i="0" u="none" strike="noStrike" dirty="0">
                <a:solidFill>
                  <a:srgbClr val="000000"/>
                </a:solidFill>
                <a:latin typeface="+mn-ea"/>
              </a:rPr>
              <a:t>서버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1282700" y="381000"/>
            <a:ext cx="80264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7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Cine-Stream </a:t>
            </a:r>
            <a:r>
              <a:rPr lang="ko-KR" sz="37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기술</a:t>
            </a:r>
            <a:r>
              <a:rPr lang="en-US" sz="37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37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스택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857F0B1-EA11-BDDF-F1BA-6A5A3C4802F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507" y="3505199"/>
            <a:ext cx="1795182" cy="15199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155700"/>
            <a:ext cx="10248900" cy="1524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28600" y="381000"/>
            <a:ext cx="2870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altLang="ko-KR" sz="37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Cine-Stream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23F4A01-4B55-3B01-44C5-6ECC28993742}"/>
              </a:ext>
            </a:extLst>
          </p:cNvPr>
          <p:cNvSpPr/>
          <p:nvPr/>
        </p:nvSpPr>
        <p:spPr>
          <a:xfrm>
            <a:off x="266700" y="1320800"/>
            <a:ext cx="1574800" cy="406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메인</a:t>
            </a:r>
            <a:r>
              <a:rPr lang="en-US" altLang="ko-KR" b="1" dirty="0">
                <a:solidFill>
                  <a:schemeClr val="tx1"/>
                </a:solidFill>
              </a:rPr>
              <a:t>(HOME)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7695B39-7276-B845-CF14-649C6D11C9D7}"/>
              </a:ext>
            </a:extLst>
          </p:cNvPr>
          <p:cNvSpPr/>
          <p:nvPr/>
        </p:nvSpPr>
        <p:spPr>
          <a:xfrm>
            <a:off x="5345332" y="1320800"/>
            <a:ext cx="2515968" cy="406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관심 있는 영화 체크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7275AD9-ACA2-69C9-E1E9-6EF7BA005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49" y="1879600"/>
            <a:ext cx="4775200" cy="5486400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B97B701F-06D3-278A-1DD6-9B2B400A8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5332" y="1879600"/>
            <a:ext cx="5079219" cy="2438400"/>
          </a:xfrm>
          <a:prstGeom prst="rect">
            <a:avLst/>
          </a:prstGeom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E25FC6B5-F887-92F8-1331-C4241FFD4F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5331" y="4889499"/>
            <a:ext cx="5079219" cy="2476501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C97FD2D7-A1E7-FEE3-8A0B-918A54736B0B}"/>
              </a:ext>
            </a:extLst>
          </p:cNvPr>
          <p:cNvSpPr/>
          <p:nvPr/>
        </p:nvSpPr>
        <p:spPr>
          <a:xfrm>
            <a:off x="5345332" y="4419600"/>
            <a:ext cx="3354168" cy="406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사용자 선호 장르 영화 추천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233A06D-F4F9-6986-8176-8054BB9B2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1155700"/>
            <a:ext cx="10248900" cy="152400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0898E643-AF9E-CDDC-1947-D613CF855272}"/>
              </a:ext>
            </a:extLst>
          </p:cNvPr>
          <p:cNvSpPr txBox="1"/>
          <p:nvPr/>
        </p:nvSpPr>
        <p:spPr>
          <a:xfrm>
            <a:off x="228600" y="381000"/>
            <a:ext cx="2870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altLang="ko-KR" sz="37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Cine-Stream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25191FA-842A-570D-FBB4-4A5BDC30C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1879600"/>
            <a:ext cx="4622800" cy="55372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E8395CD2-66AA-EB25-C5F4-A6DA5D45D50D}"/>
              </a:ext>
            </a:extLst>
          </p:cNvPr>
          <p:cNvSpPr/>
          <p:nvPr/>
        </p:nvSpPr>
        <p:spPr>
          <a:xfrm>
            <a:off x="266700" y="1320800"/>
            <a:ext cx="1574800" cy="406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탐색 페이지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95D2E68-2C9E-AB5A-E7D0-D2C2C54C6AB2}"/>
              </a:ext>
            </a:extLst>
          </p:cNvPr>
          <p:cNvSpPr/>
          <p:nvPr/>
        </p:nvSpPr>
        <p:spPr>
          <a:xfrm>
            <a:off x="5511800" y="1320800"/>
            <a:ext cx="2133600" cy="406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탐색 페이지</a:t>
            </a:r>
            <a:r>
              <a:rPr lang="en-US" altLang="ko-KR" b="1" dirty="0">
                <a:solidFill>
                  <a:schemeClr val="tx1"/>
                </a:solidFill>
              </a:rPr>
              <a:t>(</a:t>
            </a:r>
            <a:r>
              <a:rPr lang="ko-KR" altLang="en-US" b="1" dirty="0">
                <a:solidFill>
                  <a:schemeClr val="tx1"/>
                </a:solidFill>
              </a:rPr>
              <a:t>검색</a:t>
            </a:r>
            <a:r>
              <a:rPr lang="en-US" altLang="ko-KR" b="1" dirty="0">
                <a:solidFill>
                  <a:schemeClr val="tx1"/>
                </a:solidFill>
              </a:rPr>
              <a:t>)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FE8A1E5-9AA2-C74C-885C-5967A003A6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1800" y="1879600"/>
            <a:ext cx="4914900" cy="55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39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155700"/>
            <a:ext cx="10248900" cy="1524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28600" y="381000"/>
            <a:ext cx="2870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altLang="ko-KR" sz="37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Cine-Stream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EF37040-9663-48A4-D6B5-B64A58D75D3F}"/>
              </a:ext>
            </a:extLst>
          </p:cNvPr>
          <p:cNvSpPr/>
          <p:nvPr/>
        </p:nvSpPr>
        <p:spPr>
          <a:xfrm>
            <a:off x="266700" y="1384300"/>
            <a:ext cx="2184400" cy="406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영화상세페이지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590B128-FAFB-CA27-8CB2-E800B445CD55}"/>
              </a:ext>
            </a:extLst>
          </p:cNvPr>
          <p:cNvSpPr/>
          <p:nvPr/>
        </p:nvSpPr>
        <p:spPr>
          <a:xfrm>
            <a:off x="5265120" y="4150855"/>
            <a:ext cx="1905000" cy="406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kern="0" dirty="0">
                <a:solidFill>
                  <a:schemeClr val="tx1"/>
                </a:solidFill>
              </a:rPr>
              <a:t>트레일러  영상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FFE9AE6-1529-4A12-5B60-0AEDFAF3C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5120" y="4663227"/>
            <a:ext cx="5161580" cy="261021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CD30219-A31F-AECC-E0D3-E21E8DE8C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1866900"/>
            <a:ext cx="4546600" cy="5421178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162CD377-3E7A-6833-B8B5-35AB5D81F1FE}"/>
              </a:ext>
            </a:extLst>
          </p:cNvPr>
          <p:cNvSpPr/>
          <p:nvPr/>
        </p:nvSpPr>
        <p:spPr>
          <a:xfrm>
            <a:off x="5254359" y="1384300"/>
            <a:ext cx="2184400" cy="406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리뷰 작성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AF9653B-4948-1E21-7E8B-675934C626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4359" y="1896672"/>
            <a:ext cx="5172341" cy="21527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155700"/>
            <a:ext cx="10248900" cy="1524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28600" y="381000"/>
            <a:ext cx="2870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altLang="ko-KR" sz="37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Cine-Stream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04AA38-F94F-CE7E-2C0A-6BEB08CD4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859594"/>
            <a:ext cx="4737100" cy="549812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FADE28BD-8A3A-3806-669A-9B4C71047B6B}"/>
              </a:ext>
            </a:extLst>
          </p:cNvPr>
          <p:cNvSpPr/>
          <p:nvPr/>
        </p:nvSpPr>
        <p:spPr>
          <a:xfrm>
            <a:off x="305777" y="1304447"/>
            <a:ext cx="1574800" cy="406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회원가입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F4D611-6514-4CC8-3E6F-5158496D949E}"/>
              </a:ext>
            </a:extLst>
          </p:cNvPr>
          <p:cNvSpPr/>
          <p:nvPr/>
        </p:nvSpPr>
        <p:spPr>
          <a:xfrm>
            <a:off x="5341619" y="1304447"/>
            <a:ext cx="1673861" cy="406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로그인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DAA5BA0-680A-0EC5-64A8-93F58448A3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1619" y="1859594"/>
            <a:ext cx="5046981" cy="54981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EC7B85C7-5EEF-29FA-05FC-415DCA6ACEE6}"/>
              </a:ext>
            </a:extLst>
          </p:cNvPr>
          <p:cNvSpPr txBox="1"/>
          <p:nvPr/>
        </p:nvSpPr>
        <p:spPr>
          <a:xfrm>
            <a:off x="228600" y="381000"/>
            <a:ext cx="2870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altLang="ko-KR" sz="37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Cine-Stream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F9A7F75-4CBA-E205-5CD1-CB0FAF8B33D9}"/>
              </a:ext>
            </a:extLst>
          </p:cNvPr>
          <p:cNvSpPr/>
          <p:nvPr/>
        </p:nvSpPr>
        <p:spPr>
          <a:xfrm>
            <a:off x="305777" y="1304447"/>
            <a:ext cx="1574800" cy="406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마이페이지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675421C-D75C-6642-8AFD-4CDD0D7671F1}"/>
              </a:ext>
            </a:extLst>
          </p:cNvPr>
          <p:cNvSpPr/>
          <p:nvPr/>
        </p:nvSpPr>
        <p:spPr>
          <a:xfrm>
            <a:off x="5341619" y="1304447"/>
            <a:ext cx="1910081" cy="406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추천 영화 리스트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F659086-85D9-B5EA-7221-A741AB486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155700"/>
            <a:ext cx="10248900" cy="1524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D8101CD-6533-136E-FBFE-2800D8074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77" y="1859594"/>
            <a:ext cx="4507523" cy="532860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6C43685-90A7-9E1D-5D43-2A6E30692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1619" y="1825559"/>
            <a:ext cx="4653281" cy="2475697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DCB6F073-3FEB-B784-2306-E42A3B400CA4}"/>
              </a:ext>
            </a:extLst>
          </p:cNvPr>
          <p:cNvSpPr/>
          <p:nvPr/>
        </p:nvSpPr>
        <p:spPr>
          <a:xfrm>
            <a:off x="5341618" y="4378131"/>
            <a:ext cx="2214882" cy="406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kern="0" dirty="0">
                <a:solidFill>
                  <a:schemeClr val="tx1"/>
                </a:solidFill>
              </a:rPr>
              <a:t>관심 장르  수정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CB8373F-523F-9E1F-44D9-A70E573BE9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685" y="4861406"/>
            <a:ext cx="4660215" cy="2326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816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0D1978FB-6B09-422B-4E54-630609154295}"/>
              </a:ext>
            </a:extLst>
          </p:cNvPr>
          <p:cNvSpPr txBox="1"/>
          <p:nvPr/>
        </p:nvSpPr>
        <p:spPr>
          <a:xfrm>
            <a:off x="228600" y="381000"/>
            <a:ext cx="2870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altLang="ko-KR" sz="37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Cine-Stream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C644EB-BAAB-7BA6-7E66-1DE4823F5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155700"/>
            <a:ext cx="10248900" cy="1524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B6A9EFE6-6EC1-3672-5361-35C9F55AF24F}"/>
              </a:ext>
            </a:extLst>
          </p:cNvPr>
          <p:cNvSpPr/>
          <p:nvPr/>
        </p:nvSpPr>
        <p:spPr>
          <a:xfrm>
            <a:off x="305777" y="1304447"/>
            <a:ext cx="1574800" cy="406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커뮤니티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913419B-F428-CC26-2C63-03FB9917FE1B}"/>
              </a:ext>
            </a:extLst>
          </p:cNvPr>
          <p:cNvSpPr/>
          <p:nvPr/>
        </p:nvSpPr>
        <p:spPr>
          <a:xfrm>
            <a:off x="5410688" y="1308100"/>
            <a:ext cx="1574800" cy="406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게시글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5EE8B98-2BC7-FCCF-51C6-FE10D4F00710}"/>
              </a:ext>
            </a:extLst>
          </p:cNvPr>
          <p:cNvSpPr/>
          <p:nvPr/>
        </p:nvSpPr>
        <p:spPr>
          <a:xfrm>
            <a:off x="5391150" y="3784600"/>
            <a:ext cx="1574800" cy="406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리뷰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CE3785F-1380-B259-F4DB-BD68E9548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150" y="1803400"/>
            <a:ext cx="5051651" cy="196718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233A08A-8065-D14B-C5BF-021ABE0919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1150" y="4265882"/>
            <a:ext cx="5051651" cy="246467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CF3478C-2121-1B5A-718D-BE82824D68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01" y="2014233"/>
            <a:ext cx="4350099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82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81400"/>
            <a:ext cx="10896600" cy="33528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95300" y="1587500"/>
            <a:ext cx="2870200" cy="1346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8853"/>
              </a:lnSpc>
            </a:pPr>
            <a:r>
              <a:rPr lang="en-US" sz="41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About the</a:t>
            </a:r>
          </a:p>
          <a:p>
            <a:pPr lvl="0" algn="l">
              <a:lnSpc>
                <a:spcPct val="98853"/>
              </a:lnSpc>
            </a:pPr>
            <a:r>
              <a:rPr lang="en-US" sz="41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people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67000" y="4457700"/>
            <a:ext cx="17526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03749"/>
              </a:lnSpc>
            </a:pPr>
            <a:r>
              <a:rPr lang="ko-KR" sz="18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김재성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2600" y="2743200"/>
            <a:ext cx="1562100" cy="1562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1500" y="2832100"/>
            <a:ext cx="1371600" cy="1371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2200" y="2743200"/>
            <a:ext cx="1562100" cy="1562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3800" y="2832100"/>
            <a:ext cx="1371600" cy="1371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800" y="2743200"/>
            <a:ext cx="1562100" cy="1562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3400" y="2832100"/>
            <a:ext cx="1371600" cy="1371600"/>
          </a:xfrm>
          <a:prstGeom prst="rect">
            <a:avLst/>
          </a:prstGeom>
        </p:spPr>
      </p:pic>
      <p:sp>
        <p:nvSpPr>
          <p:cNvPr id="14" name="TextBox 14"/>
          <p:cNvSpPr txBox="1">
            <a:spLocks/>
          </p:cNvSpPr>
          <p:nvPr/>
        </p:nvSpPr>
        <p:spPr>
          <a:xfrm>
            <a:off x="2722245" y="4801870"/>
            <a:ext cx="1766570" cy="750570"/>
          </a:xfrm>
          <a:prstGeom prst="rect">
            <a:avLst/>
          </a:prstGeom>
        </p:spPr>
        <p:txBody>
          <a:bodyPr vert="horz" wrap="square" lIns="0" tIns="0" rIns="0" bIns="0" numCol="1" rtlCol="1" anchor="ctr">
            <a:noAutofit/>
          </a:bodyPr>
          <a:lstStyle/>
          <a:p>
            <a:pPr marL="0" indent="0" algn="r">
              <a:lnSpc>
                <a:spcPct val="103749"/>
              </a:lnSpc>
              <a:buFontTx/>
              <a:buNone/>
            </a:pPr>
            <a:r>
              <a:rPr lang="ko-KR" sz="1600" b="0" i="0" strike="noStrike" dirty="0">
                <a:solidFill>
                  <a:srgbClr val="000000"/>
                </a:solidFill>
                <a:latin typeface="+mj-ea"/>
                <a:ea typeface="+mj-ea"/>
              </a:rPr>
              <a:t>서버</a:t>
            </a:r>
            <a:endParaRPr lang="ko-KR" altLang="en-US" sz="1600" b="0" i="0" strike="noStrike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98800" y="1739900"/>
            <a:ext cx="4584700" cy="152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4572000" y="4432300"/>
            <a:ext cx="17526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03749"/>
              </a:lnSpc>
            </a:pPr>
            <a:r>
              <a:rPr lang="ko-KR" sz="18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박세진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84700" y="4914900"/>
            <a:ext cx="17653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03749"/>
              </a:lnSpc>
            </a:pPr>
            <a:r>
              <a:rPr lang="ko-KR" sz="16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웹</a:t>
            </a:r>
            <a:r>
              <a:rPr lang="en-US" sz="16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sz="1600" b="0" i="0" u="none" strike="noStrike" dirty="0" err="1">
                <a:solidFill>
                  <a:srgbClr val="000000"/>
                </a:solidFill>
                <a:latin typeface="+mj-ea"/>
                <a:ea typeface="+mj-ea"/>
              </a:rPr>
              <a:t>프론트엔드</a:t>
            </a:r>
            <a:r>
              <a:rPr lang="en-US" sz="16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51600" y="4432300"/>
            <a:ext cx="17526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03749"/>
              </a:lnSpc>
            </a:pPr>
            <a:r>
              <a:rPr lang="ko-KR" sz="1800" b="1" i="0" u="none" strike="noStrike">
                <a:solidFill>
                  <a:srgbClr val="000000"/>
                </a:solidFill>
                <a:latin typeface="+mj-ea"/>
                <a:ea typeface="+mj-ea"/>
              </a:rPr>
              <a:t>박민규</a:t>
            </a:r>
          </a:p>
        </p:txBody>
      </p:sp>
      <p:sp>
        <p:nvSpPr>
          <p:cNvPr id="19" name="TextBox 19"/>
          <p:cNvSpPr txBox="1">
            <a:spLocks/>
          </p:cNvSpPr>
          <p:nvPr/>
        </p:nvSpPr>
        <p:spPr>
          <a:xfrm>
            <a:off x="6374765" y="4803775"/>
            <a:ext cx="1765935" cy="749935"/>
          </a:xfrm>
          <a:prstGeom prst="rect">
            <a:avLst/>
          </a:prstGeom>
        </p:spPr>
        <p:txBody>
          <a:bodyPr vert="horz" wrap="square" lIns="0" tIns="0" rIns="0" bIns="0" numCol="1" rtlCol="1" anchor="ctr">
            <a:noAutofit/>
          </a:bodyPr>
          <a:lstStyle/>
          <a:p>
            <a:pPr marL="0" indent="0" algn="r">
              <a:lnSpc>
                <a:spcPct val="103749"/>
              </a:lnSpc>
              <a:buFontTx/>
              <a:buNone/>
            </a:pPr>
            <a:r>
              <a:rPr lang="en-US" sz="1600" b="0" i="0" strike="noStrike">
                <a:solidFill>
                  <a:srgbClr val="000000"/>
                </a:solidFill>
                <a:latin typeface="+mj-ea"/>
                <a:ea typeface="+mj-ea"/>
              </a:rPr>
              <a:t>DB</a:t>
            </a:r>
            <a:endParaRPr lang="ko-KR" altLang="en-US" sz="1600" b="0" i="0" strike="noStrike">
              <a:solidFill>
                <a:srgbClr val="000000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D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2311400"/>
            <a:ext cx="2832100" cy="2832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700" y="2311400"/>
            <a:ext cx="2832100" cy="2832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356100" y="2946400"/>
            <a:ext cx="4432300" cy="939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0558"/>
              </a:lnSpc>
            </a:pPr>
            <a:r>
              <a:rPr lang="en-US" sz="53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Pages>9</Pages>
  <Words>101</Words>
  <Characters>0</Characters>
  <Application>Microsoft Office PowerPoint</Application>
  <DocSecurity>0</DocSecurity>
  <PresentationFormat>사용자 지정</PresentationFormat>
  <Lines>0</Lines>
  <Paragraphs>54</Paragraphs>
  <Slides>12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JS K</dc:creator>
  <cp:lastModifiedBy>박민규</cp:lastModifiedBy>
  <cp:revision>12</cp:revision>
  <dcterms:modified xsi:type="dcterms:W3CDTF">2024-11-06T00:47:57Z</dcterms:modified>
</cp:coreProperties>
</file>